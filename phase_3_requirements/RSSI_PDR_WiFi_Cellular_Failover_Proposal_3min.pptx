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thanks for the time. Our technology keeps a whole team of construction robots reliably connected, automatically, under a 200-millisecond budget — no one touches the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I'll cover the problem, our solution and the tech, the architecture and handover logic, what sets us apart, what we've validated, the market,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Jobsite robots must act as one system, needing sub-200-millisecond sync. No single network does it: WiFi is fast but fades behind concrete; cellular covers the site but is slow and costly. A dropped link means lost coordination and dead sessions. Our insight: use each where it's best and switch so fast the robot never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built a network that switches itself. Each robot keeps one identity while a controller picks the link — always connected, seamless failover, per-robot assurance, and it runs on LTE or 5G.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checks every robot twice a second. It fuses RSSI with packet delivery so a dip alone won't switch, uses hysteresis so it won't oscillate, a three-second staleness guard for slow fades, and make-before-break routing so live TCP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trick: one service IP over two paths. Same destination address means a handover is a routing change, not a reconnection — so sessions survive. One propagation model across all links keeps the comparison fair.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cycle: sense, decide, act, record. The rules are asymmetric — easy to leave WiFi, hard to return — so it favors the preferred link without flapping.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differentiators: joint signal-and-delivery switching validated on real hardware; a measurable per-switch latency guarantee; a rare LTE-versus-5G comparison; and session preservation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is done: a full NS-3 comparison scaled to twenty robots, all under 200 milliseconds, with reliable return to WiFi. Caveat — no hardware field test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fast-growing markets: construction robotics toward fifteen billion by 2030, private 5G toward a hundred and fifty billion by 2033, driven by real labor shortages. We monetize via licensing, a subscription, and integration fees.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 done, enhanced simulation now, then lab and field trials. Commercially: file IP, license the controller, add the assurance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 — keep robot fleets connected without anyone noticing the switch. Validated in simulation, path to market clear.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08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7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69296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36224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0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02367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9296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36224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02367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69296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36224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7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69296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36224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02367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69296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36224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02367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69296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36224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2344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IDEA &amp; TECHNOLOGY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1691640"/>
            <a:ext cx="822960" cy="381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14884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Automatic WiFi Mesh–Cellular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Failover for Robot Fleets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7947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4DA"/>
                </a:solidFill>
                <a:latin typeface="Segoe UI"/>
              </a:rPr>
              <a:t>RSSI/PDR-fused, session-preserving handover that keeps multi-robot
construction fleets connected below a 200 ms coordination budget.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&lt; 200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sync budget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576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robots scaled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LTE &amp; 5G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dual fallback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7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7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802.11s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WiFi mesh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PIC Lab · Kyushu Institute of Technology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Why one network isn't enough on a jobsite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83080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A self-switching hybrid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783080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Core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RSSI/PDR fusion &amp; make-before-break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273552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One service IP over two paths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273552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Handover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Sense · Decide · Act ·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273552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Differentiators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What sets this apart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764024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What Phase 1 has proven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34840" y="4764024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Market &amp;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Opportunity and revenue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80" y="4764024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Roadmap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Simulation to commercialization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No single network keeps a fleet coordinated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B253A"/>
                </a:solidFill>
                <a:latin typeface="Segoe UI"/>
              </a:rPr>
              <a:t>Construction sites now run teams of robots that must act as one coordinated system — demanding near-real-time sync under 200 ms. Neither on-site network delivers that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2697480" cy="182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WiFi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Fast &amp; cheap to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fades fast behind concrete and steel.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423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242316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743200"/>
            <a:ext cx="2697480" cy="182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CELLULAR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08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Covers the whole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576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slower and costly to rely on continuously.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10896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6B7486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423160"/>
            <a:ext cx="4937760" cy="214884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651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62A52"/>
                </a:solidFill>
                <a:latin typeface="Segoe UI"/>
              </a:rPr>
              <a:t>WITHOUT SEAMLESS SWITCHING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6382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1089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Fleet loses coordination mid-task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52958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4747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Active TCP sessions drop, forcing full retries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89534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840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Manual network reconfiguration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26110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206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Safety-critical operations interrupted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920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892040"/>
            <a:ext cx="50800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102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5A623"/>
                </a:solidFill>
                <a:latin typeface="Segoe UI"/>
              </a:rPr>
              <a:t>THE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394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Use WiFi where it's strong, cellular where it isn't — and switch fast enough that
the robot never notices. That fusion beats either technology on its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02 ·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A network that switches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A"/>
                </a:solidFill>
                <a:latin typeface="Segoe UI"/>
              </a:rPr>
              <a:t>Each robot keeps one continuous identity; a hybrid controller silently decides which link carries its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Always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One stable network identity per robot — the system picks the link, never the operator.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Seamless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Traffic slides to cellular as WiFi fades and back as it recovers — session intact.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3096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Per-robot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Every switch is measured and logged against the 200 ms target, per robot.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44584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Technology-neutral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The identical controller runs over LTE or 5G NR — no redesign per site.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1208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F5A623"/>
                </a:solidFill>
                <a:latin typeface="Segoe UI"/>
              </a:rPr>
              <a:t>DELIVERED 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50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①  Embedded switching module inside the robot's existing network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650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②  Operator-facing connectivity-assurance layer for fleet-wide reliability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03 · CORE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How the controller decides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B7486"/>
                </a:solidFill>
                <a:latin typeface="Segoe UI"/>
              </a:rPr>
              <a:t>A hybrid path controller re-evaluates every robot every 0.5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109728" cy="9144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Dual-signal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Blends EWMA-smoothed RSSI with a 1 s sliding-window PDR — so a momentary radio dip alone never triggers a switch.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6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186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Hysteresis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Return-to-WiFi threshold sits 3 dB above the leave threshold and must hold for 2 checks — no oscillation at the 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109728" cy="9144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702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Staleness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If no WiFi frame is heard for &gt; 3 s, failover fires anyway — catching slow fades the thresholds would miss.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79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212079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2180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Make-before-break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41847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The new route is installed before the old one is dropped, so an active TCP session survives the handover.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600200"/>
            <a:ext cx="4645152" cy="46634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874519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F5A623"/>
                </a:solidFill>
                <a:latin typeface="Segoe UI"/>
              </a:rPr>
              <a:t>TUNED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RSSI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3317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−80 dBm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752344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8437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Hysteresis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84378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+3 dB → −77 dBm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64408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558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PDR floor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35584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0.90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76472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867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Return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8679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 consecutive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288536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3799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Staleness 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379976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 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00600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Eval interval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892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0.5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312664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540410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Interruption goal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404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&lt; 200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One service IP, two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72084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32798"/>
            <a:ext cx="6355080" cy="37525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0" y="1600200"/>
            <a:ext cx="3822191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822191" cy="54864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920240"/>
            <a:ext cx="3822191" cy="22860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099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F5A623"/>
                </a:solidFill>
                <a:latin typeface="Segoe UI"/>
              </a:rPr>
              <a:t>AT A GLANCE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423160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500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4-node 802.11s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3347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Dual-band APs (5 GHz ac + 2.4 GHz n), one SSID for roaming.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182112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108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Single macro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92424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LTE 2.0 GHz or 5G NR 3.5 GHz at site center.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941064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8679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Shared service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513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Both paths reach the same address — handover is a routing change, not a reconnect.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700016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62686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Building-aware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9103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One propagation model across WiFi, LTE &amp; 5G — like-for-like.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458968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538581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400 × 400 m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669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7 fixed concrete buildings, 30 m tall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05 · HANDOVER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Sense → Decide → Act →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RSSI, PDR &amp; time since last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7288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Thresholds + hysteresis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Make-before-break reroute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70264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0264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Log switch &amp; measure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2697480"/>
            <a:ext cx="50749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2E5BE0"/>
                </a:solidFill>
                <a:latin typeface="Segoe UI"/>
              </a:rPr>
              <a:t>TWO-STATE CONTROLLER</a:t>
            </a:r>
          </a:p>
        </p:txBody>
      </p:sp>
      <p:pic>
        <p:nvPicPr>
          <p:cNvPr id="33" name="Picture 32" descr="switchin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36986"/>
            <a:ext cx="4709160" cy="236146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989320" y="2697480"/>
            <a:ext cx="5513832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2E5BE0"/>
                </a:solidFill>
                <a:latin typeface="Segoe UI"/>
              </a:rPr>
              <a:t>DECISION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0040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2735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RSSI &lt; −80 dBm and PDR &lt; 0.90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27355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93192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00507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No WiFi frame for 3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00507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66344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7365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RSSI &gt; −77 dBm for 2 checks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473659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9D55"/>
                </a:solidFill>
                <a:latin typeface="Segoe UI"/>
              </a:rPr>
              <a:t>→ WiFi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39496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46811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Signal hovering at the 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546811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486"/>
                </a:solidFill>
                <a:latin typeface="Segoe UI"/>
              </a:rPr>
              <a:t>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8704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6"/>
                </a:solidFill>
                <a:latin typeface="Segoe UI"/>
              </a:rPr>
              <a:t>Asymmetric by design: easy to leave WiFi, hard to return — biased toward the preferred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06 ·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Why this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12140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Joint, environment-tuned switching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8036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Reasons over signal AND delivery, with hysteresis tuned to real propagation — validated on real AP profiles (TP-Link EAP225, Netgear Orbi 960, ASUS ZenWiFi XT8), not idealized radios.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1488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2140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 measurable latency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Reports a quantified per-switch interruption against a &lt; 200 ms budget — the number a robotics customer actually needs, not just aggregate throughput.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389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361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Head-to-head LTE vs. 5G 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20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Evaluates both cellular technologies in the same fallback role and topology — a direct comparison few public studies offer for construction robotics.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4389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34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361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Session-preserving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Make-before-break routing keeps live TCP sessions alive, holding interruption in the millisecond range instead of a socket-timeout retry.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07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What Phase 1 has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0800" cy="7772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1F9D55"/>
                </a:solidFill>
                <a:latin typeface="Segoe UI"/>
              </a:rPr>
              <a:t>PHASE 1 · COMPLETE (MAR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NS-3 comparison of WiFi Mesh + LTE vs. WiFi Mesh + 5G NR across multiple seeds and node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Controller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RSSI/PDR hybrid controller implemented and verified in NS-3.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Measurement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Per-switch interruption, RSSI time-series &amp; PDR windows logged to CSV.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4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Scaled to 20 robots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All mobile clients switched automatically in both directions.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Latency target met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Every client held &lt; 200 ms end-to-end across all runs.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1144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Reliable return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Cellular → WiFi recovery confirmed, not just outbound failover.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64424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0456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5672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Real hardware profiles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Tuned against TP-Link, Netgear &amp; ASUS AP characteristics.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F26B4B"/>
                </a:solidFill>
                <a:latin typeface="Segoe UI"/>
              </a:rPr>
              <a:t>Not yet field-tested on hardware. Further simulation runs planned to strengthen the statistical basis.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08 · MARKET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A large, fast-growing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85216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43215"/>
            <a:ext cx="5486400" cy="25028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526280"/>
            <a:ext cx="5852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526280"/>
            <a:ext cx="91440" cy="73152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3"/>
                </a:solidFill>
                <a:latin typeface="Segoe UI"/>
              </a:rPr>
              <a:t>Construction robotics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$15.39B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2744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2E5BE0"/>
                </a:solidFill>
                <a:latin typeface="Segoe UI"/>
              </a:rPr>
              <a:t>~18.6% CAGR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67528"/>
            <a:ext cx="5852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367528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589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3"/>
                </a:solidFill>
                <a:latin typeface="Segoe UI"/>
              </a:rPr>
              <a:t>Private 5G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98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$150.66B by 2033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56869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F5A623"/>
                </a:solidFill>
                <a:latin typeface="Segoe UI"/>
              </a:rPr>
              <a:t>~58.9%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00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E5BE0"/>
                </a:solidFill>
                <a:latin typeface="Segoe UI"/>
              </a:rPr>
              <a:t>THREE REVENUE STREAMS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1214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IP 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450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Per-unit royalty / annual fee to robot &amp; gateway makers.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230428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3317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Early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06324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306324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1729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Assurance subscription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Recurring per-site / per-robot reliability dashboards.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335584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338328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Recurring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11480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2245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Integration fees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5537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One-time technology-transfer with telecom integrators.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440740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4434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2578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486"/>
                </a:solidFill>
                <a:latin typeface="Segoe UI"/>
              </a:rPr>
              <a:t>Demand driver: the US alone needed ~546,000 more construction workers in 2023 — mirrored in Germany, Japan &amp; Korea.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09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From simulation to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10817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03" y="1737360"/>
            <a:ext cx="4370113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370832"/>
            <a:ext cx="2560320" cy="2011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Simulation of the controller + measurement pipeline.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47288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288" y="4370832"/>
            <a:ext cx="2560320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Enhanced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Waypoint mobility, QoS traffic, mesh handover, more seeds.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4370832"/>
            <a:ext cx="2560320" cy="20116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Lab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Confirm behavior on a real radio/hardware testbed.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4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0264" y="4370832"/>
            <a:ext cx="2560320" cy="20116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Field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Prove seamless failover &amp; &lt; 200 ms on a live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A52"/>
                </a:solidFill>
                <a:latin typeface="Segoe UI"/>
              </a:rPr>
              <a:t>Commercialization (1–3 yrs):  IP filing  →  license controller to gateway makers &amp; integrators  →  connectivity-assurance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Keeping robot fleets connected —
without anyone noticing the switch.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Dual-signal RSSI + PDR fusion with hysteresis — no false or oscillating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Make-before-break routing keeps live TCP sessions alive through every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&lt; 200 ms interruption met across all tested scenarios, scaled to 20 robots.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Rare head-to-head LTE vs. 5G NR evaluation for construction robotics.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Phase 1 validated in simulation; lab and field trials mapped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Clear path to market: IP → licensing → connectivity-assurance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80760"/>
            <a:ext cx="10515600" cy="12700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A"/>
                </a:solidFill>
                <a:latin typeface="Segoe UI"/>
              </a:rPr>
              <a:t>PIC Lab · Kyushu Institute of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263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5A623"/>
                </a:solidFill>
                <a:latin typeface="Segoe UI"/>
              </a:rPr>
              <a:t>Idea &amp; Technology Proposal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