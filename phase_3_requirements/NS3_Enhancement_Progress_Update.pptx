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NS-3 Simulation Enhancement — Progress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 1 Supplementary Plan: Four Accuracy Improvements</a:t>
            </a:r>
          </a:p>
          <a:p>
            <a:r>
              <a:t>Hybrid Network for Multi-Robot Construction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A5A5A"/>
                </a:solidFill>
              </a:defRPr>
            </a:pPr>
            <a:r>
              <a:t>PIC Lab, KIT  |  Reporting period: current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What the Enhancement Plan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>
                <a:solidFill>
                  <a:srgbClr val="222222"/>
                </a:solidFill>
              </a:defRPr>
            </a:pPr>
            <a:r>
              <a:t>Goal: reduce the gap between simulation and field validation before Phase 2 / Phase 3.</a:t>
            </a:r>
          </a:p>
          <a:p>
            <a:pPr>
              <a:defRPr sz="1700">
                <a:solidFill>
                  <a:srgbClr val="222222"/>
                </a:solidFill>
              </a:defRPr>
            </a:pPr>
            <a:r>
              <a:t>Item 1 — Realistic mobility: replace random Gauss-Markov with Waypoint + dwell-time routes.</a:t>
            </a:r>
          </a:p>
          <a:p>
            <a:pPr>
              <a:defRPr sz="1700">
                <a:solidFill>
                  <a:srgbClr val="222222"/>
                </a:solidFill>
              </a:defRPr>
            </a:pPr>
            <a:r>
              <a:t>Item 2 — Traffic model: separate control, sensor, and video flows with per-flow QoS metrics.</a:t>
            </a:r>
          </a:p>
          <a:p>
            <a:pPr>
              <a:defRPr sz="1700">
                <a:solidFill>
                  <a:srgbClr val="222222"/>
                </a:solidFill>
              </a:defRPr>
            </a:pPr>
            <a:r>
              <a:t>Item 3 — WiFi mesh internal handover: model intra-mesh AP changes and a guard timer.</a:t>
            </a:r>
          </a:p>
          <a:p>
            <a:pPr>
              <a:defRPr sz="1700">
                <a:solidFill>
                  <a:srgbClr val="222222"/>
                </a:solidFill>
              </a:defRPr>
            </a:pPr>
            <a:r>
              <a:t>Item 4 — Statistical reinforcement: more seeds, confidence intervals, significance tests.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Current Progress by Item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463040"/>
                <a:gridCol w="1554480"/>
                <a:gridCol w="512064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Enhancement item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Done so far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1. Realistic mobility (Waypoint)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Jun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In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Requirements reviewed; route types and dwell model defined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2. Traffic QoS separation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Jul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Scoped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Flow types and QoS thresholds identified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3. WiFi mesh internal 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Aug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Event classification scheme drafted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4. Statistical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Sep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Seed-count and test methods selected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42062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5A5A"/>
                </a:solidFill>
              </a:defRPr>
            </a:pPr>
            <a:r>
              <a:t>Status reflects early-stage work: requirements analysis and design decisions completed; implementation begins with Item 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Progress Completed This Period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222222"/>
                </a:solidFill>
              </a:defRPr>
            </a:pPr>
            <a:r>
              <a:t>Analyzed the four enhancement items and mapped each to the field-validation risk it addresses.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Defined the Waypoint mobility design: patrol loops, path movement, work stops, obstacle approach.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Selected speed levels for comparison: 0.5, 2.0, and 5.0 m/s against the Gauss-Markov baseline.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Drafted the switching-event classification (intra_mesh / wifi_to_cell / cell_to_wifi) for the new log.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Confirmed the statistics plan: 10 seeds, bootstrap 95% CIs, Mann-Whitney U and Kruskal-Wallis tests.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Immediate Next Steps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5156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914400"/>
                <a:gridCol w="594360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Next step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Expected output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Implement Waypoint mobility scenarios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waypoint_mobility.cc + 3 scenario JSON files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Produce first visualization drafts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3D trajectory plot, RSSI heatmap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Prototype per-flow QoS traffic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traffic_qos.cc skeleton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Set up multi-seed run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22222"/>
                          </a:solidFill>
                        </a:defRPr>
                      </a:pPr>
                      <a:r>
                        <a:t>run_seeds.sh draft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65760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4E79"/>
                </a:solidFill>
              </a:defRPr>
            </a:pPr>
            <a:r>
              <a:t>Thank You</a:t>
            </a:r>
          </a:p>
          <a:p>
            <a:pPr algn="ctr">
              <a:defRPr sz="2000"/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