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 you for the time. Our technology keeps a whole team of construction robots reliably connected, automatically, under a 200-millisecond budget — no one ever has to touch the network. Let me show you the idea, how it works, and where it's headed.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Jobsite robots must act as one coordinated system, and that needs sub-200 millisecond sync. No single network delivers it: a WiFi mesh is fast and cheap but fades behind concrete; cellular covers the whole site but is slower and costly to lean on. When a link drops, the fleet loses coordination, sessions die, and safety-critical work stops. Our insight: use each network where it's best, and switch so fast the robot never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built a network that switches itself. Each robot keeps one identity while a controller picks the link — giving always-on connectivity, seamless failover, per-robot assurance, and support for both LTE and 5G. The engine rechecks every robot twice a second. It fuses RSSI with packet delivery so a momentary dip won't switch, uses hysteresis so it won't oscillate, a three-second staleness guard for slow fades, and make-before-break routing so a live TCP session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trick is one service IP over two paths — a WiFi mesh and one LTE or 5G cell. Because both reach the same address, a handover is a routing change, not a reconnection, so sessions survive. Every half-second it senses, decides, acts, and records. The rules are deliberately asymmetric — easy to leave WiFi, hard to return — so it favors the preferred link without ever flapping.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 set us apart: joint signal-and-delivery switching validated on real hardware; a measurable per-switch latency guarantee against 200 milliseconds; a rare direct LTE-versus-5G comparison; and session preservation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just theory. Phase 1 is complete — a full NS-3 comparison scaled to twenty robots, all holding under 200 milliseconds, with reliable return to WiFi. The honest caveat: no hardware field test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opportunity is large: construction robotics heads toward fifteen billion dollars by 2030 and private 5G toward a hundred and fifty billion by 2033, driven by real labor shortages. We monetize through licensing, a subscription, and integration fees. Foundation is done, enhanced simulation is underway, then lab and field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 — we keep robot fleets connected without anyone noticing the switch. It's validated in simulation and the path to market is clear.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08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7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69296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36224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0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02367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9296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36224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02367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69296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36224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7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69296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36224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02367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69296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36224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02367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69296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36224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2344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IDEA &amp; TECHNOLOGY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1691640"/>
            <a:ext cx="822960" cy="381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14884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Automatic WiFi Mesh–Cellular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Failover for Robot Fleets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7947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4DA"/>
                </a:solidFill>
                <a:latin typeface="Segoe UI"/>
              </a:rPr>
              <a:t>RSSI/PDR-fused, session-preserving handover that keeps multi-robot
construction fleets connected below a 200 ms coordination budget.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&lt; 200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sync budget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576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robots scaled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LTE &amp; 5G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dual fallback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7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7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802.11s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WiFi mesh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PIC Lab · Kyushu Institute of Technology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No single network keeps a fleet coordinated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B253A"/>
                </a:solidFill>
                <a:latin typeface="Segoe UI"/>
              </a:rPr>
              <a:t>Jobsite robots must act as one coordinated system — demanding sub-200 ms sync. Neither on-site network delivers that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3317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2697480" cy="182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WiFi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Fast &amp; cheap to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fades fast behind concrete and steel.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3317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233172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651760"/>
            <a:ext cx="2697480" cy="182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39572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CELLULAR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17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Covers the whole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661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slower and costly to rely on continuously.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01752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6B7486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331720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5603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62A52"/>
                </a:solidFill>
                <a:latin typeface="Segoe UI"/>
              </a:rPr>
              <a:t>WITHOUT SEAMLESS SWITCHING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07238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0175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Fleet loses coordination mid-task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419855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3649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Active TCP sessions drop, forcing retries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767327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712463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Manual network reconfiguration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114799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05993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Safety-critical operations interrupted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754880"/>
            <a:ext cx="10817352" cy="137160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754880"/>
            <a:ext cx="50800" cy="1371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5A623"/>
                </a:solidFill>
                <a:latin typeface="Segoe UI"/>
              </a:rPr>
              <a:t>THE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3035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Use WiFi where it's strong, cellular where it isn't — and switch fast enough that
the robot never notices. That fusion beats either technology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A network that switches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E5BE0"/>
                </a:solidFill>
                <a:latin typeface="Segoe UI"/>
              </a:rPr>
              <a:t>WHAT THE OPERATOR 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0749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109728" cy="896112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Always 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One stable identity per robot — the system picks the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44368"/>
            <a:ext cx="50749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44368"/>
            <a:ext cx="109728" cy="896112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5409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Seamless failover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Slides to cellular as WiFi fades and back — session intact.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68496"/>
            <a:ext cx="50749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109728" cy="896112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Per-robot assurance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0740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Every switch measured against the 200 ms target.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92624"/>
            <a:ext cx="50749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92624"/>
            <a:ext cx="109728" cy="896112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02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Technology-neutral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3153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Identical controller over LTE or 5G NR.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554480"/>
            <a:ext cx="5422392" cy="448056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783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F5A623"/>
                </a:solidFill>
                <a:latin typeface="Segoe UI"/>
              </a:rPr>
              <a:t>THE CONTROLLER — RE-EVALUATES EVERY ROBOT EVERY 0.5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377440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23042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Dual-signal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60604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7D1E6"/>
                </a:solidFill>
                <a:latin typeface="Segoe UI"/>
              </a:rPr>
              <a:t>Smoothed RSSI + 1 s packet-delivery ratio — a momentary dip alone never switches.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273552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32004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Hysteresis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50215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7D1E6"/>
                </a:solidFill>
                <a:latin typeface="Segoe UI"/>
              </a:rPr>
              <a:t>Return threshold +3 dB above leave, held for 2 checks — no oscillation.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169664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409651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Staleness guard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4398264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7D1E6"/>
                </a:solidFill>
                <a:latin typeface="Segoe UI"/>
              </a:rPr>
              <a:t>No WiFi frame for 3 s forces failover — catches slow fades.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065776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49926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Make-before-break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29437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7D1E6"/>
                </a:solidFill>
                <a:latin typeface="Segoe UI"/>
              </a:rPr>
              <a:t>New route installed before old drops — live TCP survives.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172200"/>
            <a:ext cx="10817352" cy="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486"/>
                </a:solidFill>
                <a:latin typeface="Segoe UI"/>
              </a:rPr>
              <a:t>Delivered as an embedded gateway module + an operator-facing connectivity-assurance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ARCHITECTURE &amp;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One service IP, two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85" y="1737360"/>
            <a:ext cx="4878029" cy="2880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9377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Both paths reach the same address → a handover is a routing change, not a reconnection, so sessions survive.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80">
                <a:solidFill>
                  <a:srgbClr val="2E5BE0"/>
                </a:solidFill>
                <a:latin typeface="Segoe UI"/>
              </a:rPr>
              <a:t>SENSE → DECIDE → ACT → RECORD  (every 0.5 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5056632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53A"/>
                </a:solidFill>
                <a:latin typeface="Segoe UI"/>
              </a:rPr>
              <a:t>RSSI &lt; −80 dBm and PDR &lt; 0.90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19659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79192"/>
            <a:ext cx="505663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67919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53A"/>
                </a:solidFill>
                <a:latin typeface="Segoe UI"/>
              </a:rPr>
              <a:t>No WiFi frame for 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2679192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392424"/>
            <a:ext cx="5056632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392424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53A"/>
                </a:solidFill>
                <a:latin typeface="Segoe UI"/>
              </a:rPr>
              <a:t>RSSI &gt; −77 dBm for 2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392424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9D55"/>
                </a:solidFill>
                <a:latin typeface="Segoe UI"/>
              </a:rPr>
              <a:t>→ WiFi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105656"/>
            <a:ext cx="505663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05656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253A"/>
                </a:solidFill>
                <a:latin typeface="Segoe UI"/>
              </a:rPr>
              <a:t>Signal hovering at the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4105656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486"/>
                </a:solidFill>
                <a:latin typeface="Segoe UI"/>
              </a:rPr>
              <a:t>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937760"/>
            <a:ext cx="5056632" cy="82296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5029200"/>
            <a:ext cx="4526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Asymmetric by design: easy to leave WiFi, hard to return — biased to the preferred link, never flapping.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Why this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03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075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Joint, environment-tuned switching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Signal AND delivery, tuned to real propagation — validated on real AP profiles (TP-Link, Netgear, ASUS), not idealized radios.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103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75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 measurable latency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A quantified per-switch interruption against a &lt; 200 ms budget — the number a robotics customer actually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2336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34340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31596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Head-to-head LTE vs. 5G 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07492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Both cellular technologies in the same fallback role and topology — a direct comparison few public studies offer.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434340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38912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31596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Session-preserving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Make-before-break keeps live TCP alive — interruption in the millisecond range, not a socket-timeout retry.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What Phase 1 has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50800" cy="7772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1F9D55"/>
                </a:solidFill>
                <a:latin typeface="Segoe UI"/>
              </a:rPr>
              <a:t>PHASE 1 · COMPLETE (MAR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476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NS-3 comparison of WiFi Mesh + LTE vs. WiFi Mesh + 5G NR across multiple seeds and node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8163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346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8163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Controller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RSSI/PDR hybrid controller verified in NS-3.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5603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28163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8346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8163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Scaled to 20 robots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375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All mobile clients switched automatically both 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4" y="25603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28163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8346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8163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Latency target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3375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Every client held &lt; 200 ms end-to-end, all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" y="44165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4348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4165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Reliable return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377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Cellular → WiFi recovery confirmed, not just outbound.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41605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1144" y="44165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44348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4165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Measurement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9377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Per-switch interruption, RSSI &amp; PDR logged to CSV.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64424" y="416052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0456" y="44165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44348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5672" y="44165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Real hardware profiles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493776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Tuned against TP-Link, Netgear &amp; ASUS AP characteristics.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F26B4B"/>
                </a:solidFill>
                <a:latin typeface="Segoe UI"/>
              </a:rPr>
              <a:t>Not yet field-tested on hardware. Further simulation planned to strengthen the statistical basis.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MARKET, MODEL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Opportunity and the 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91440" cy="74980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Construction robotics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$15.4B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8013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2E5BE0"/>
                </a:solidFill>
                <a:latin typeface="Segoe UI"/>
              </a:rPr>
              <a:t>~18.6%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8880"/>
            <a:ext cx="54864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91440" cy="7498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Private 5G 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$150.7B by 2033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6700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F5A623"/>
                </a:solidFill>
                <a:latin typeface="Segoe UI"/>
              </a:rPr>
              <a:t>~58.9%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A52"/>
                </a:solidFill>
                <a:latin typeface="Segoe UI"/>
              </a:rPr>
              <a:t>REVENUE:  IP licensing  ·  assurance subscription  ·  integration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486"/>
                </a:solidFill>
                <a:latin typeface="Segoe UI"/>
              </a:rPr>
              <a:t>Driver: the US alone needed ~546,000 more construction workers in 2023 — echoed in Germany, Japan &amp; Korea.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E5BE0"/>
                </a:solidFill>
                <a:latin typeface="Segoe UI"/>
              </a:rPr>
              <a:t>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965960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1965960"/>
            <a:ext cx="1417320" cy="621792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65960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FFFFFF"/>
                </a:solidFill>
                <a:latin typeface="Segoe UI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965960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Foundation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715768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2715768"/>
            <a:ext cx="1417320" cy="621792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715768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715768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Enhanced simulation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465576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3465576"/>
            <a:ext cx="1417320" cy="621792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465576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465576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Lab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215383"/>
            <a:ext cx="505663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4215383"/>
            <a:ext cx="1417320" cy="621792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215383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8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215383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Field trial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29200"/>
            <a:ext cx="50566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2A52"/>
                </a:solidFill>
                <a:latin typeface="Segoe UI"/>
              </a:rPr>
              <a:t>Commercialization (1–3 yrs): file IP → license the controller → add the assurance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Keeping robot fleets connected —
without anyone noticing the switch.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Dual-signal RSSI + PDR fusion with hysteresis — no false or oscillating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Make-before-break routing keeps live TCP sessions alive through every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&lt; 200 ms interruption met across all tested scenarios, scaled to 20 robots.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Rare head-to-head LTE vs. 5G NR evaluation for construction robotics.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Phase 1 validated in simulation; lab and field trials mapped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Clear path to market: IP → licensing → connectivity-assurance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80760"/>
            <a:ext cx="10515600" cy="12700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A"/>
                </a:solidFill>
                <a:latin typeface="Segoe UI"/>
              </a:rPr>
              <a:t>PIC Lab · Kyushu Institute of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263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5A623"/>
                </a:solidFill>
                <a:latin typeface="Segoe UI"/>
              </a:rPr>
              <a:t>Idea &amp; Technology Proposal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