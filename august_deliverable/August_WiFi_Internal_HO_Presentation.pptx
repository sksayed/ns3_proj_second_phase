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C9A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WiFi Mesh Internal Handover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D3F0"/>
                </a:solidFill>
              </a:rPr>
              <a:t>Intra-Mesh HO Classification &amp; Guard Timer (Enhancement Plan Section 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90B8E0"/>
                </a:solidFill>
              </a:rPr>
              <a:t>August Deliverable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4434840"/>
            <a:ext cx="5943600" cy="1188720"/>
          </a:xfrm>
          <a:prstGeom prst="rect">
            <a:avLst/>
          </a:prstGeom>
          <a:solidFill>
            <a:srgbClr val="0E2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4553712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Sheikh Sayed Bin Rahman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937760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D3F0"/>
                </a:solidFill>
              </a:rPr>
              <a:t>PIC Lab, KIT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3F0"/>
                </a:solidFill>
              </a:rPr>
              <a:t>Section 4.1: Intra-Mesh HO events aren't modeled, so a momentary RSSI dip can be misread as real coverage loss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3F0"/>
                </a:solidFill>
              </a:rPr>
              <a:t>Sheikh Sayed Bin Rahman  |  PIC Lab, KIT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• 4 mesh APs are fixed in place; a STA roaming AP-to-AP within the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same WiFi mesh (Intra-Mesh Handover) wasn't explicitly modeled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• A momentary RSSI drop during that handover could falsely trigger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a WiFi -&gt; cellular switch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• Field measurements show Intra-Mesh HO interruptions of 0.1-0.5s --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but the simulation risked misclassifying these as full cellular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   switches, mixing two very different kinds of latency together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Goal: tell the two apart, and add a Guard Timer that gives a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momentary post-handover RSSI dip time to recover before committing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A1A1A"/>
                </a:solidFill>
              </a:rPr>
              <a:t>to a cellular switch.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3F0"/>
                </a:solidFill>
              </a:rPr>
              <a:t>Sections 4.2.1-4.2.3: classify, then guard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3F0"/>
                </a:solidFill>
              </a:rPr>
              <a:t>Sheikh Sayed Bin Rahman  |  PIC Lab, KIT  | 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80160"/>
          <a:ext cx="114300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50392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was built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Classification (4.2.2)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New `type` field in switch_log: intra_mesh / wifi_to_cell / cell_to_wifi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Detection (4.2.1)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Hooked into existing AssocRequest/DeAssoc callbacks; only counts a handover while WiFi is the STA's actual serving path (not background radio noise)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Coverage radius (4.2.1a)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New `apCoverageRadiusM` parameter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Boundary-crossing scenario (4.2.1b)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New `boundary` robotType: STAs walk directly between two adjacent 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Guard Timer (4.2.3)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Suppresses the RSSI-based cellular trigger for 0.5s after an Intra-Mesh HO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Comparison (4.2.3)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160 paired runs (Guard Timer off vs on), 3 network conditions, 0 failures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 Finding Along the Way: The Boundary Scenario Mostly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3F0"/>
                </a:solidFill>
              </a:rPr>
              <a:t>And that failure is itself useful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3F0"/>
                </a:solidFill>
              </a:rPr>
              <a:t>Sheikh Sayed Bin Rahman  |  PIC Lab, KIT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11430000" cy="1371600"/>
          </a:xfrm>
          <a:prstGeom prst="rect">
            <a:avLst/>
          </a:prstGeom>
          <a:solidFill>
            <a:srgbClr val="8A4B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At -58dBm with APs 200m apart, each AP's reliable range is only ~80m --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leaving a real ~40m dead zone. Only 1 of 8 STAs completed a clean handover;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the rest dropped to cellular in the gap instead.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• The deliberately-designed scenario (asked for in 4.2.1b) was built exactly as specified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• It revealed a genuine AP-placement limitation rather than providing a clean test bed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• This directly serves the plan's section 4.3 goal: "comparison basis for AP placement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   optimization (adjusting coverage overlap)" -- an unplanned but real contribution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• The main Guard Timer study instead used the existing organic mobility patterns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   (gaussmarkov/patrol/transport/work), which produce genuine handovers at a real,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A1A1A"/>
                </a:solidFill>
              </a:rPr>
              <a:t>   if less frequent,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Headline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3F0"/>
                </a:solidFill>
              </a:rPr>
              <a:t>LTE, STA=10 -- 10 seeds x 4 mobility types, 80 paired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3F0"/>
                </a:solidFill>
              </a:rPr>
              <a:t>Sheikh Sayed Bin Rahman  |  PIC Lab, KIT  | 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2743200" cy="11887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3F0"/>
                </a:solidFill>
              </a:rPr>
              <a:t>False triggers (off)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642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02A"/>
                </a:solidFill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103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D3F0"/>
                </a:solidFill>
              </a:rPr>
              <a:t>4.3% of switches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188720"/>
            <a:ext cx="2743200" cy="11887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3F0"/>
                </a:solidFill>
              </a:rPr>
              <a:t>False triggers (on)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6642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02A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64408" y="2103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D3F0"/>
                </a:solidFill>
              </a:rPr>
              <a:t>0.1% of switches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188720"/>
            <a:ext cx="2743200" cy="11887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3F0"/>
                </a:solidFill>
              </a:rPr>
              <a:t>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6642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02A"/>
                </a:solidFill>
              </a:rPr>
              <a:t>96.9%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103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D3F0"/>
                </a:solidFill>
              </a:rPr>
              <a:t>false-trigger suppression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1188720"/>
            <a:ext cx="2743200" cy="11887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12618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3F0"/>
                </a:solidFill>
              </a:rPr>
              <a:t>Switch volume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1664208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02A"/>
                </a:solidFill>
              </a:rPr>
              <a:t>+2.5%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4584" y="21031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BD3F0"/>
                </a:solidFill>
              </a:rPr>
              <a:t>negligible side effect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265176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</a:rPr>
              <a:t>"False trigger" = a WiFi-&gt;cellular switch within 0.5s after an Intra-Mesh HO for the same STA -- exactly the failure mode section 4.1 describes. The Guard Timer only suppresses the RSSI component of the decision; PDR-based and stale-RSSI triggers are unaffected, so a genuinely failing connection still switches, just possibly a fraction of a second later.</a:t>
            </a:r>
          </a:p>
        </p:txBody>
      </p:sp>
      <p:pic>
        <p:nvPicPr>
          <p:cNvPr id="24" name="Picture 23" descr="false_triggers_by_mo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188720"/>
            <a:ext cx="3749039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Cross-Check: Does It Generalize?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3F0"/>
                </a:solidFill>
              </a:rPr>
              <a:t>5 seeds x 4 mobility types each, checking cellular mode and STA 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3F0"/>
                </a:solidFill>
              </a:rPr>
              <a:t>Sheikh Sayed Bin Rahman  |  PIC Lab, KIT  | 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73152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182880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False triggers (off -&gt; on)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Reduction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LTE, STA=10 (baseline)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32 -&gt; 1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96.9%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NR, STA=10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14 -&gt;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LTE, STA=20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25 -&gt; 1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96%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292608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A1A1A"/>
                </a:solidFill>
              </a:rPr>
              <a:t>All three conditions land in the same 96-100% range. This supports the Guard Timer's benefit being a general property of the mechanism -- a WiFi-side RSSI phenomenon largely independent of cellular mode or STA count -- rather than an artifact of the one configuration first tested.
Not yet cross-checked: hotspot band (2.4 vs 5GHz) and payload/traffic load. Also, only one Guard Timer duration (0.5s, the plan's specified value) was tested -- the plan asks for that specific value, not a duration sweep, so this wasn't pursued further.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Compliance with the Enhancement Plan (Section 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3F0"/>
                </a:solidFill>
              </a:rPr>
              <a:t>Named deviations disclosed, not hidden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3F0"/>
                </a:solidFill>
              </a:rPr>
              <a:t>Sheikh Sayed Bin Rahman  |  PIC Lab, KIT  | 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1188720"/>
          <a:ext cx="117043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371600"/>
                <a:gridCol w="685800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Requirement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Note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4.2.1a: Parameterize AP coverage radius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4.2.1b: Deliberate boundary-crossing 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Revealed a real AP coverage-gap finding (see slide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4.2.1: Log Intra-Mesh HO via Assoc/DeAssoc callbacks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Two real bugs found &amp; fixed along the way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4.2.2: Classification scheme (type field)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-55dBm return threshold matches plan exactly (-58+3dB hysteresis)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4.2.3: Guard Timer + false-trigger comparison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Done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96.9-100% reduction across 3 conditions, 160 runs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intra_mesh_ho.cc (named file)</a:t>
                      </a:r>
                    </a:p>
                  </a:txBody>
                  <a:tcPr>
                    <a:solidFill>
                      <a:srgbClr val="FBF0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Deviation</a:t>
                      </a:r>
                    </a:p>
                  </a:txBody>
                  <a:tcPr>
                    <a:solidFill>
                      <a:srgbClr val="FBF0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Implemented within traffic_qos.cc instead (same pattern as Item 1)</a:t>
                      </a:r>
                    </a:p>
                  </a:txBody>
                  <a:tcPr>
                    <a:solidFill>
                      <a:srgbClr val="FBF0D9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switch_log_v2.csv (named file)</a:t>
                      </a:r>
                    </a:p>
                  </a:txBody>
                  <a:tcPr>
                    <a:solidFill>
                      <a:srgbClr val="FBF0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Deviation</a:t>
                      </a:r>
                    </a:p>
                  </a:txBody>
                  <a:tcPr>
                    <a:solidFill>
                      <a:srgbClr val="FBF0D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Format is v2 (type field); filename still wifi-hybrid-switch_log.csv</a:t>
                      </a:r>
                    </a:p>
                  </a:txBody>
                  <a:tcPr>
                    <a:solidFill>
                      <a:srgbClr val="FBF0D9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guard_timer_report.pdf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A1A1A"/>
                          </a:solidFill>
                        </a:rPr>
                        <a:t>Exact filename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